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785DADE-AAED-46BF-8057-9605396268D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720000" y="720000"/>
            <a:ext cx="54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Speaker note: mention ALBATROSS-3306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609834-3F89-4ED7-AA3B-CADEFE0832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16B35-B456-4098-958C-659048D980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9E613A-EEF4-439B-8D43-775AFE86E51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Launch plan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20000" y="216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Ship date is March 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720000" y="720000"/>
            <a:ext cx="72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Risks and owners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LibreOffice_project/620$Build-3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